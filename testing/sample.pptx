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2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20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5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68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79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3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9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0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7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0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B021B-C985-423B-A555-ADDB0D58745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18618-BCC5-4F6D-A71E-540BDFE1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5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/>
              <a:t>Toolora PDF Conversion Test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90130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Rizwan</dc:creator>
  <cp:lastModifiedBy>Rizwan</cp:lastModifiedBy>
  <cp:revision>1</cp:revision>
  <dcterms:created xsi:type="dcterms:W3CDTF">2026-04-02T12:55:04Z</dcterms:created>
  <dcterms:modified xsi:type="dcterms:W3CDTF">2026-04-02T12:55:04Z</dcterms:modified>
</cp:coreProperties>
</file>